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sldIdLst>
    <p:sldId id="307" r:id="rId2"/>
    <p:sldId id="309" r:id="rId3"/>
    <p:sldId id="310" r:id="rId4"/>
    <p:sldId id="311" r:id="rId5"/>
    <p:sldId id="312" r:id="rId6"/>
  </p:sldIdLst>
  <p:sldSz cx="9144000" cy="6858000" type="screen4x3"/>
  <p:notesSz cx="6832600" cy="99631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 varScale="1">
        <p:scale>
          <a:sx n="75" d="100"/>
          <a:sy n="75" d="100"/>
        </p:scale>
        <p:origin x="12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2185EE6-E9D7-4D48-D6EA-DBB623B158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CD0FB6A-E3C1-AE50-E592-539B3C67EB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CC8FE0E-59E5-FB8C-130A-42F90F6978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11A5AABE-E0A2-8578-2989-6A0ABBB6E1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86C1688-667F-205D-6FF7-FCF2AAD430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7F9E8B7C-62AF-73AF-B9F5-097EE337B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635FA84-C878-41F8-A916-C5DB4E3DB9E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22187BCB-68A8-9081-98EA-52B16E34AB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F97014D-561D-4E7E-87F9-80F3B3B071D8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60C7DDE-1125-2B54-372B-101E03BF98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A05E726-5803-5456-659C-0D54F6206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12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641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31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971CA2-883F-A112-CB90-7E2FB756A0A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915583A-03BD-37C8-D250-B07935100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1ECBC57-31B0-5824-42C9-6C324E8F4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8052D29-499E-23A7-398C-219E5AFDD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04A47DB-B832-2391-A627-B1FF7FCCF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91C09-7E80-77ED-5063-C904F3FF6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7CA3E7-6C25-32EB-2201-7828DAD6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619CF01-E9F7-6A03-E01E-BD3DB248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B27EBCD6-DE28-DD3F-6605-A1F68826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4720701-5C7F-2DFD-7196-662CB54A3F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5EF912C-D3B6-5C8A-B732-91B9C5B04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9820A-0A24-41B8-993B-E854BDA4D660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143781A-DD71-DF71-F768-9C68F35E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BE28E84-F9DC-E3F6-F05B-B30F489A9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914741-ECE0-4C89-8B42-C8E40B9463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253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C15DDAA-1E14-7815-0B55-D4E1E7649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A44A8-1528-4137-B8C6-9653F40D4225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F355AD-70C8-5B69-DCAC-AE222EF6C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4809D3-F71E-383A-39B6-85C55C10A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C05B-3FB5-439C-979D-00BA8FE55A1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120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8E5392-A572-2E0F-2820-AED631651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E3D6-6150-4344-94CB-5C143129A0A9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1728FD-BBD1-D9F0-21EF-B54760F5FC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D524A0A-EFC4-A4E4-851B-1E88C1C6E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AC06B-961F-459E-AC59-0C6D945D14D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5584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BAD61B3-141F-B440-F31B-3351B7739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2D464-1396-40D3-AB58-BFF97E7B9EA1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1AA0C59-E23B-E431-D9CA-7A4263CA01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E71B6FA-4043-1056-AF21-609C2B159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96D74-7EAD-4AAC-B15C-36162078078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473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FDC9730-CB25-CB64-30AE-AEAA3F054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D7E61-85CC-491D-9CA9-D1BD7253AF1B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B24D004-9948-2DB6-CCE9-940AA5E85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8671795-0F41-122A-2A49-D060C1C5A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264D3-C1DD-49D4-9033-7BBE82607A0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40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8C00437-5562-CCA0-BAF6-B22C72A88F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CAD06-DCFB-4821-8748-C02020485EE1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7626609-9F47-81C5-30FA-E00D48E619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3785A83-8EEC-13A2-20CD-17E886017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596C-8F43-481F-A021-83F7A1785A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744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4AF2836-4B33-30EE-10E3-0C4B6EBC82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0385B-0CEA-4A28-A14F-3912ACE1B6BF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611C4E6-EACA-1EAB-3C94-614DEE3495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7CC5EF-F6E5-1BAE-D2AF-38DF8B1B7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F4832-0BD9-4381-9D3F-87EC218CF2A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619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E59DD7C-0A53-5265-5284-0A31D5A30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8A0BD-276C-4A28-87B9-D2CE78248947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DF62CD1-D192-5D39-A854-343CC3714F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8FCFDD0-417F-4E29-42DA-C7CA4CAE8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3941B-AF75-490B-9958-A29D437DAAC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307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219A719-5FB6-177C-8C30-80565958A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69659-C65C-4931-BEB7-8D90F6E1266E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100292E-BC1D-941D-50D9-7CDB1DA3E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1A44D8F-7152-C3D4-4FB1-59771C6DB3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3BCF0-A98D-41B7-AB6C-9B07F0AD6B9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309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BB576B8-D18D-8C2E-78FB-8460873DD5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ECD22-A6BD-479C-AF51-E41C1313E921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57ABB40-2FBE-4186-15CD-2C6E88B77F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4829A3-726B-9DA2-26A6-B9CFF37C1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12FBE-6C51-44F0-87C5-867709CEC7E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951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5FBE34C-8647-E945-0D68-D87B07C15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A4381-B913-4CD7-973A-16A88126E598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042EFF0-07CB-37D3-335D-11102E9843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372C818-43AC-1172-9D3E-192247832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BCF75-8A39-497D-A69E-69837E8487F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80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AB224AF2-900E-DAE7-5229-F54F374E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973285CD-CD98-783F-5D52-25BCA935D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4C9C58B1-7D9E-D94F-5CEA-B3959657C5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D1EFED7-5D03-4B34-A513-22D6F6BA99B2}" type="datetime1">
              <a:rPr lang="zh-TW" altLang="en-US"/>
              <a:pPr>
                <a:defRPr/>
              </a:pPr>
              <a:t>2024/3/13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C92D641B-0140-29FC-FDEC-8D6558C79B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88A326E-4756-FAE0-E516-336C3A0349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E1EAD72E-644E-4613-A82C-69D2DF35E96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6BA2109-D61C-A577-6A4A-74188110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CCAFEB-7870-48B5-B91B-435BFB81D4CD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D83B340-AE81-2DF9-D3E0-876375630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12455: Bars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5F6B6A0F-72CA-095E-2667-CAED77712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★★☆☆☆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12455: Bars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許育菖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14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給定一連串長度的</a:t>
            </a:r>
            <a:r>
              <a:rPr lang="en-US" altLang="zh-TW" sz="2400" dirty="0">
                <a:latin typeface="Times New Roman" panose="02020603050405020304" pitchFamily="18" charset="0"/>
              </a:rPr>
              <a:t>Bar</a:t>
            </a:r>
            <a:r>
              <a:rPr lang="zh-TW" altLang="en-US" sz="2400" dirty="0">
                <a:latin typeface="Times New Roman" panose="02020603050405020304" pitchFamily="18" charset="0"/>
              </a:rPr>
              <a:t>，判斷是否可以將它們組成組成特定的長度。</a:t>
            </a:r>
            <a:endParaRPr lang="en-US" altLang="zh-TW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可以的話輸出：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YES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不行的話輸出：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NO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B2FB01-CFBC-00E6-7AD6-182B4614D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60648"/>
            <a:ext cx="8077200" cy="65973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TW" altLang="en-US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所有</a:t>
            </a:r>
            <a:r>
              <a:rPr lang="en-US" altLang="zh-TW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bar</a:t>
            </a:r>
            <a:r>
              <a:rPr lang="zh-TW" altLang="en-US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的長度</a:t>
            </a:r>
            <a:r>
              <a:rPr lang="en-US" altLang="zh-TW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			</a:t>
            </a:r>
            <a:r>
              <a:rPr lang="zh-TW" altLang="en-US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最終長度</a:t>
            </a:r>
            <a:r>
              <a:rPr lang="en-US" altLang="zh-TW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	output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12 5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				25		NO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58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6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12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175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	925		YES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接下來的講解會以</a:t>
            </a:r>
            <a:r>
              <a:rPr lang="zh-TW" altLang="en-US" sz="2400" b="1" dirty="0">
                <a:latin typeface="Times New Roman" panose="02020603050405020304" pitchFamily="18" charset="0"/>
              </a:rPr>
              <a:t>範例二</a:t>
            </a:r>
            <a:r>
              <a:rPr lang="zh-TW" altLang="en-US" sz="2400" dirty="0">
                <a:latin typeface="Times New Roman" panose="02020603050405020304" pitchFamily="18" charset="0"/>
              </a:rPr>
              <a:t>作為例子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TW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en-US" altLang="zh-TW" sz="24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對所有的組合進行判斷</a:t>
            </a:r>
            <a:r>
              <a:rPr lang="en-US" altLang="zh-TW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】</a:t>
            </a: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使用一個</a:t>
            </a:r>
            <a:r>
              <a:rPr lang="en-US" altLang="zh-TW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int</a:t>
            </a:r>
            <a:r>
              <a:rPr lang="zh-TW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陣列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(A)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儲存所有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bar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的長度，</a:t>
            </a: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以及一個</a:t>
            </a:r>
            <a:r>
              <a:rPr lang="en-US" altLang="zh-TW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bool</a:t>
            </a:r>
            <a:r>
              <a:rPr lang="zh-TW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陣列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(B)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來紀錄</a:t>
            </a:r>
            <a:r>
              <a:rPr lang="zh-TW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可以組合出的數字。</a:t>
            </a:r>
            <a:endParaRPr lang="en-US" altLang="zh-TW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陣列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的長度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=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最終長度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endParaRPr lang="en-US" altLang="zh-TW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接著建立一個空的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來進行組合運算</a:t>
            </a:r>
            <a:r>
              <a:rPr lang="zh-TW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（用</a:t>
            </a:r>
            <a:r>
              <a:rPr lang="en-US" altLang="zh-TW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vector</a:t>
            </a:r>
            <a:r>
              <a:rPr lang="zh-TW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即可）</a:t>
            </a:r>
            <a:endParaRPr lang="en-US" altLang="zh-TW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514FC7F-F75B-CFAA-63DF-067CBF6CA958}"/>
              </a:ext>
            </a:extLst>
          </p:cNvPr>
          <p:cNvCxnSpPr>
            <a:cxnSpLocks/>
          </p:cNvCxnSpPr>
          <p:nvPr/>
        </p:nvCxnSpPr>
        <p:spPr bwMode="auto">
          <a:xfrm>
            <a:off x="4932040" y="764704"/>
            <a:ext cx="0" cy="108012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67949CE-5A03-0C5C-387D-9008B31685DB}"/>
              </a:ext>
            </a:extLst>
          </p:cNvPr>
          <p:cNvCxnSpPr>
            <a:cxnSpLocks/>
          </p:cNvCxnSpPr>
          <p:nvPr/>
        </p:nvCxnSpPr>
        <p:spPr bwMode="auto">
          <a:xfrm>
            <a:off x="6732240" y="764704"/>
            <a:ext cx="0" cy="108012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812800" indent="-45720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每次從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陣列中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取一個數</a:t>
            </a:r>
            <a:endParaRPr lang="en-US" altLang="zh-TW" sz="2400" b="1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812800" indent="-45720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並把該數與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中的每個數字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分別進行相加</a:t>
            </a:r>
            <a:endParaRPr lang="en-US" altLang="zh-TW" sz="2400" b="1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812800" indent="-45720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同時把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陣列中，對應該數的欄位進行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標記</a:t>
            </a:r>
            <a:endParaRPr lang="en-US" altLang="zh-TW" sz="2400" b="1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812800" indent="-45720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再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把相加後的結果存回</a:t>
            </a:r>
            <a:r>
              <a:rPr lang="en-US" altLang="zh-TW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中</a:t>
            </a:r>
            <a:endParaRPr lang="en-US" altLang="zh-TW" sz="2400" b="1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812800" indent="-45720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最後</a:t>
            </a:r>
            <a:r>
              <a:rPr lang="zh-TW" altLang="en-US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把該數加入</a:t>
            </a:r>
            <a:r>
              <a:rPr lang="en-US" altLang="zh-TW" sz="2400" b="1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重複以上步驟，直到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陣列中的每個數字都被取過。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eaLnBrk="1" hangingPunct="1">
              <a:lnSpc>
                <a:spcPct val="150000"/>
              </a:lnSpc>
              <a:tabLst>
                <a:tab pos="263525" algn="l"/>
                <a:tab pos="355600" algn="l"/>
              </a:tabLst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BC4A6D5-55E9-3307-BD29-CDEBC64F0389}"/>
              </a:ext>
            </a:extLst>
          </p:cNvPr>
          <p:cNvSpPr txBox="1"/>
          <p:nvPr/>
        </p:nvSpPr>
        <p:spPr>
          <a:xfrm>
            <a:off x="964000" y="4527861"/>
            <a:ext cx="7352416" cy="113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15  120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58  6  12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175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sym typeface="Wingdings" panose="05000000000000000000" pitchFamily="2" charset="2"/>
              </a:rPr>
              <a:t>empty)</a:t>
            </a:r>
            <a:endParaRPr lang="zh-TW" altLang="en-US" dirty="0"/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9C2D77B-EC51-ECF8-E1D8-E26A301D16D3}"/>
              </a:ext>
            </a:extLst>
          </p:cNvPr>
          <p:cNvSpPr txBox="1"/>
          <p:nvPr/>
        </p:nvSpPr>
        <p:spPr>
          <a:xfrm>
            <a:off x="964000" y="5661248"/>
            <a:ext cx="7352416" cy="113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15  120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58  6  12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175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endParaRPr lang="zh-TW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283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37A4B8A-D07B-2159-9D76-017F4BBA1B11}"/>
              </a:ext>
            </a:extLst>
          </p:cNvPr>
          <p:cNvSpPr txBox="1"/>
          <p:nvPr/>
        </p:nvSpPr>
        <p:spPr>
          <a:xfrm>
            <a:off x="1020846" y="476672"/>
            <a:ext cx="8041468" cy="113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58  6  12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175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60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2945B6-B778-5DEE-65C4-90F0F15A2FA5}"/>
              </a:ext>
            </a:extLst>
          </p:cNvPr>
          <p:cNvSpPr txBox="1"/>
          <p:nvPr/>
        </p:nvSpPr>
        <p:spPr>
          <a:xfrm>
            <a:off x="1020846" y="1772816"/>
            <a:ext cx="7102308" cy="113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120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58  6  12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175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60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165  180  135  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120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CBA3BA-078F-6B0A-204A-D861AD47A06E}"/>
              </a:ext>
            </a:extLst>
          </p:cNvPr>
          <p:cNvSpPr txBox="1"/>
          <p:nvPr/>
        </p:nvSpPr>
        <p:spPr>
          <a:xfrm>
            <a:off x="1020846" y="3068960"/>
            <a:ext cx="7102308" cy="1678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3BA943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50</a:t>
            </a:r>
            <a:r>
              <a:rPr lang="en-US" altLang="zh-TW" sz="2400" dirty="0">
                <a:solidFill>
                  <a:srgbClr val="3BA943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A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120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235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58  6  12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175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70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	list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45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60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15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165  180  135  </a:t>
            </a:r>
            <a:r>
              <a:rPr lang="en-US" altLang="zh-TW" sz="24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120 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545  560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	         515  665  680  635</a:t>
            </a:r>
            <a:r>
              <a:rPr lang="en-US" altLang="zh-TW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dirty="0">
                <a:solidFill>
                  <a:srgbClr val="3BA943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500</a:t>
            </a:r>
            <a:endParaRPr lang="zh-TW" altLang="en-US" dirty="0">
              <a:solidFill>
                <a:srgbClr val="3BA943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250390F-6CD6-4057-864C-3E8D8039490D}"/>
              </a:ext>
            </a:extLst>
          </p:cNvPr>
          <p:cNvSpPr txBox="1"/>
          <p:nvPr/>
        </p:nvSpPr>
        <p:spPr>
          <a:xfrm>
            <a:off x="4472590" y="4897343"/>
            <a:ext cx="553998" cy="11521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/>
              <a:t>……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3745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B2FB01-CFBC-00E6-7AD6-182B4614D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marL="355600" indent="0" eaLnBrk="1" hangingPunct="1">
              <a:lnSpc>
                <a:spcPct val="90000"/>
              </a:lnSpc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最後再到</a:t>
            </a:r>
            <a:r>
              <a:rPr lang="en-US" altLang="zh-TW" sz="2400" dirty="0">
                <a:latin typeface="Times New Roman" panose="02020603050405020304" pitchFamily="18" charset="0"/>
              </a:rPr>
              <a:t>B</a:t>
            </a:r>
            <a:r>
              <a:rPr lang="zh-TW" altLang="en-US" sz="2400" dirty="0">
                <a:latin typeface="Times New Roman" panose="02020603050405020304" pitchFamily="18" charset="0"/>
              </a:rPr>
              <a:t>陣列中查看最終長度的欄位是否有</a:t>
            </a:r>
            <a:r>
              <a:rPr lang="zh-TW" altLang="en-US" sz="2400">
                <a:latin typeface="Times New Roman" panose="02020603050405020304" pitchFamily="18" charset="0"/>
              </a:rPr>
              <a:t>被標記即可。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355600" indent="0" eaLnBrk="1" hangingPunct="1">
              <a:lnSpc>
                <a:spcPct val="90000"/>
              </a:lnSpc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355600" indent="0" eaLnBrk="1" hangingPunct="1">
              <a:lnSpc>
                <a:spcPct val="150000"/>
              </a:lnSpc>
              <a:buNone/>
              <a:defRPr/>
            </a:pP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注意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※</a:t>
            </a:r>
          </a:p>
          <a:p>
            <a:pPr marL="355600" indent="0" eaLnBrk="1" hangingPunct="1">
              <a:lnSpc>
                <a:spcPct val="150000"/>
              </a:lnSpc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每次與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中的數字進行相加時，可以去判斷該數有沒有超過最終長度，如果超過的話不用將它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insert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進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中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en-US" altLang="zh-TW" sz="2400" dirty="0">
                <a:latin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</a:rPr>
              <a:t>無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65960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2684</TotalTime>
  <Words>424</Words>
  <Application>Microsoft Office PowerPoint</Application>
  <PresentationFormat>如螢幕大小 (4:3)</PresentationFormat>
  <Paragraphs>59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新細明體</vt:lpstr>
      <vt:lpstr>Tahoma</vt:lpstr>
      <vt:lpstr>Times New Roman</vt:lpstr>
      <vt:lpstr>Wingdings</vt:lpstr>
      <vt:lpstr>Blends</vt:lpstr>
      <vt:lpstr>12455: Bars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B113040045</cp:lastModifiedBy>
  <cp:revision>126</cp:revision>
  <dcterms:created xsi:type="dcterms:W3CDTF">1601-01-01T00:00:00Z</dcterms:created>
  <dcterms:modified xsi:type="dcterms:W3CDTF">2024-03-13T14:43:01Z</dcterms:modified>
</cp:coreProperties>
</file>